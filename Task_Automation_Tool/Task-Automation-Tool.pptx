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embeddedFontLst>
    <p:embeddedFont>
      <p:font typeface="Prata" panose="020B0604020202020204" charset="0"/>
      <p:regular r:id="rId12"/>
    </p:embeddedFont>
    <p:embeddedFont>
      <p:font typeface="Raleway" panose="020F0502020204030204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3A3C46"/>
    <a:srgbClr val="393B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82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1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4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373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Task Automation Tool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59323"/>
            <a:ext cx="4722763" cy="1199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Submitted by Ardra Rajesh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CODEVEDX Python Programming Internship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B.Tech CSE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Date: 06 July 2026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59802-A6A5-93A6-577F-33D000691F6E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992213"/>
            <a:ext cx="2628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Console-based Python application that automates file management: organizes files by extension, generates reports, and can email summaries. Runs interactively or via command-line, uses the standard library only, and emphasizes logging, security, and robust error handling.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0EDC7-7886-D1A8-B39B-75A1EB1E9E0B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1597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71563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813322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 Tasks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19833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 repetitive file management work.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71563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813322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Organize Files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119833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Sort files into categorized folders by extension.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856979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2998738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Reporting &amp; Email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305249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reports and optionally send summaries via email.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8342" y="2856979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14" name="Text 11"/>
          <p:cNvSpPr/>
          <p:nvPr/>
        </p:nvSpPr>
        <p:spPr>
          <a:xfrm>
            <a:off x="3070101" y="2998738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 &amp; Logged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70101" y="3305249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environment variables for credentials and maintain logs.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06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77169"/>
            <a:ext cx="419100" cy="523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877169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File Organization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405137"/>
            <a:ext cx="130872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Categories: Images, Documents, Videos, Audio, Archives, Scripts, Others. Creates folders and renames duplicates.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877169"/>
            <a:ext cx="419100" cy="523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877169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Dry Run Mode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183681"/>
            <a:ext cx="13087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Preview moves without changes to verify actions safely.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1877169"/>
            <a:ext cx="419100" cy="523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877169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405137"/>
            <a:ext cx="13087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Export detailed reports as .txt and .csv with processed/moved/skipped/failed lists.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877169"/>
            <a:ext cx="419100" cy="523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877169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Email Notifications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405137"/>
            <a:ext cx="13087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Attach reports and send summaries via Gmail SMTP using app passwords stored in environment variables.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27D93A-14B3-44F5-9EBF-A00B913F8197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092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Technologies &amp; Modules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8265"/>
            <a:ext cx="3540472" cy="354047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3674" y="866701"/>
            <a:ext cx="238125" cy="238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73674" y="1184821"/>
            <a:ext cx="43788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os, shutil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273674" y="1397645"/>
            <a:ext cx="437889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File and directory operations.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3674" y="1653034"/>
            <a:ext cx="238125" cy="2381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73674" y="1971154"/>
            <a:ext cx="43788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csv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273674" y="2183978"/>
            <a:ext cx="437889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CSV reports.</a:t>
            </a:r>
            <a:endParaRPr lang="en-US" sz="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3674" y="2439367"/>
            <a:ext cx="238125" cy="2381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73674" y="2757488"/>
            <a:ext cx="43788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smtplib, email.message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273674" y="2970312"/>
            <a:ext cx="437889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Compose and send emails with attachments.</a:t>
            </a:r>
            <a:endParaRPr lang="en-US" sz="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3674" y="3225701"/>
            <a:ext cx="238125" cy="2381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73674" y="3543821"/>
            <a:ext cx="43788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argparse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4273674" y="3756645"/>
            <a:ext cx="437889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Command-line interface support.</a:t>
            </a:r>
            <a:endParaRPr lang="en-US" sz="7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73674" y="4012034"/>
            <a:ext cx="238125" cy="2381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273674" y="4330154"/>
            <a:ext cx="43788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logging, datetime, socket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4273674" y="4542979"/>
            <a:ext cx="437889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Activity logs, timestamps, and network-timeout detection.</a:t>
            </a:r>
            <a:endParaRPr lang="en-US" sz="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EE0530-5B08-FFA6-65D1-0D5B906D30AD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8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261393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503534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Execute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Select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Menu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67519" y="43817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clear, repeatable flow supports both interactive and CLI usage.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CC66BA-9F53-F6FB-E0D7-D0DC06AF19EA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Structure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70658"/>
            <a:ext cx="30854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Task_Automation_Tool/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24339" y="1925017"/>
            <a:ext cx="2628230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task_automation_tool.py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sample_data/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reports/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logs/automation.log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24339" y="3416796"/>
            <a:ext cx="2628230" cy="779562"/>
          </a:xfrm>
          <a:prstGeom prst="roundRect">
            <a:avLst>
              <a:gd name="adj" fmla="val 2728"/>
            </a:avLst>
          </a:prstGeom>
          <a:solidFill>
            <a:srgbClr val="71660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363185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85037" y="3579763"/>
            <a:ext cx="20257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Modular layout keeps code testable and maintainable.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059A8-64FA-F347-D6FD-A9FBD15C1A82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080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Error Handling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67310"/>
            <a:ext cx="1931566" cy="1535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28118"/>
            <a:ext cx="15337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Validations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634630"/>
            <a:ext cx="15337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 for missing source folders and invalid menu selections.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43" y="2167310"/>
            <a:ext cx="1931640" cy="1535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06452" y="2328118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File Errors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806452" y="2634630"/>
            <a:ext cx="15338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Handle permission denied, duplicate names, and filesystem errors.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2167310"/>
            <a:ext cx="1931640" cy="15353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9851" y="2328118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Email &amp; Network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879851" y="2634630"/>
            <a:ext cx="15338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addresses, credentials, SMTP auth failures, and network timeouts.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6241" y="2167310"/>
            <a:ext cx="1931640" cy="15353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53250" y="2328118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Robust Logging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953250" y="2634630"/>
            <a:ext cx="15338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Timestamped logs assist debugging and auditing of automation runs.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345A17-7015-2A23-9A38-6C0B1B571707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Enhancements &amp; Conclusion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1330449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Task Automation Tool provided practical experience in Python automation: file handling, logging, secure email integration, CLI design, and exception handling. Its features—dry-run, duplicate handling, reporting, and email summaries—make it a practical, safe utility.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4665911" y="1638449"/>
            <a:ext cx="3986733" cy="198090"/>
          </a:xfrm>
          <a:prstGeom prst="roundRect">
            <a:avLst>
              <a:gd name="adj" fmla="val 5535"/>
            </a:avLst>
          </a:prstGeom>
          <a:solidFill>
            <a:srgbClr val="183A1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1732434"/>
            <a:ext cx="91306" cy="730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03366" y="1690539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with Python standard libraries; ready for extension into GUI, scheduling, and cloud features.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911" y="1878881"/>
            <a:ext cx="3986733" cy="22106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C9F47F-8DAF-8E6B-3E75-D04F8921960C}"/>
              </a:ext>
            </a:extLst>
          </p:cNvPr>
          <p:cNvSpPr/>
          <p:nvPr/>
        </p:nvSpPr>
        <p:spPr>
          <a:xfrm>
            <a:off x="7870874" y="4628271"/>
            <a:ext cx="1273126" cy="5152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423</Words>
  <Application>Microsoft Office PowerPoint</Application>
  <PresentationFormat>On-screen Show (16:9)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Raleway</vt:lpstr>
      <vt:lpstr>Arial</vt:lpstr>
      <vt:lpstr>Prata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Ardra Rajesh</cp:lastModifiedBy>
  <cp:revision>2</cp:revision>
  <dcterms:created xsi:type="dcterms:W3CDTF">2026-07-07T13:20:06Z</dcterms:created>
  <dcterms:modified xsi:type="dcterms:W3CDTF">2026-07-07T13:23:55Z</dcterms:modified>
</cp:coreProperties>
</file>