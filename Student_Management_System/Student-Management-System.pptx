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2"/>
    </p:embeddedFont>
    <p:embeddedFont>
      <p:font typeface="Roboto Slab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53B"/>
    <a:srgbClr val="2C3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0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467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 Management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822653" y="3284658"/>
            <a:ext cx="4722763" cy="1272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Submitted by ,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Ardra Rajesh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CODEVEDX Python Programming Internship (B.Tech CSE)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15 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662A9-1BD7-4F1E-F498-2F1E4B60B434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01597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project?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71563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9833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student records become difficult to manage as population grows.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71563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19833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Python console app to store records, attendance, marks, and reports locally (JSON).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2255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Learning Goals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53206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file handling, OOP, validation, exceptions, and data processing in Python.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91E15-BFF7-B9FD-F889-AFA1D97984B4}"/>
              </a:ext>
            </a:extLst>
          </p:cNvPr>
          <p:cNvSpPr/>
          <p:nvPr/>
        </p:nvSpPr>
        <p:spPr>
          <a:xfrm>
            <a:off x="5413829" y="0"/>
            <a:ext cx="3730171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46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31028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3978287" y="133684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385816" y="1358950"/>
            <a:ext cx="2008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Complete record system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166546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 operations for student data.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17579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3978287" y="220235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385816" y="2224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Attendance &amp; grades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85816" y="25309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attendance, calculate percentages, generate grades.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0413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3978287" y="306786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385816" y="308997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Analytics &amp; reports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85816" y="339648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Statistics, leaderboard, predictions, and recommendations.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25119" y="390681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7" name="Text 14"/>
          <p:cNvSpPr/>
          <p:nvPr/>
        </p:nvSpPr>
        <p:spPr>
          <a:xfrm>
            <a:off x="3978287" y="393337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385816" y="39554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 growth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385816" y="426199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programming via functions, classes, and file handling.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42EACE-D491-60E8-2B64-D7908A64953E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CC1EEB-FD7D-6765-637D-8A76F8EC0E57}"/>
              </a:ext>
            </a:extLst>
          </p:cNvPr>
          <p:cNvSpPr/>
          <p:nvPr/>
        </p:nvSpPr>
        <p:spPr>
          <a:xfrm>
            <a:off x="0" y="0"/>
            <a:ext cx="3783361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747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03983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2103983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 Management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631951"/>
            <a:ext cx="13087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Add, view, update, delete, and search students by ID or name.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03983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2103983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Attendance Management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631951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daily attendance, compute percentage, alert if &lt; 75%.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03983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2103983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Marks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631951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five-subject marks, calculate average and auto-generate grades.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03983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2103983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Analytics &amp; AI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410495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prediction, personalized study suggestions, leaderboard, stats.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65CAC-EED0-21AE-5D72-6528C88E858E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98500"/>
            <a:ext cx="45278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Technologies &amp; Modules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9584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59062"/>
            <a:ext cx="21884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 — core language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— local persistent storage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Code, Git, GitHub — tooling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35201" y="189584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Modules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2259062"/>
            <a:ext cx="21884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— read/write student, attendance, marks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— file existence checks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datetime — record attendance dates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collections.defaultdict — department &amp; grade stats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34476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 Action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Select Option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Menu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Program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console app follows a menu-driven linear flow that stores and retrieves data from JSON files and returns results to the user.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03A068-B35F-CCA5-B462-2027D82DCA35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9423"/>
            <a:ext cx="44522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Structure &amp; Files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5128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Student_Management_System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449488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student_management.py — application source code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students.json — student details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attendance.json — attendance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marks.json — marks and grades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README.md — instructions &amp; features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3254E-7706-8F4B-C113-24F3DCB01EE0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97610-049C-A4E8-A0E9-6CAC7446087C}"/>
              </a:ext>
            </a:extLst>
          </p:cNvPr>
          <p:cNvSpPr/>
          <p:nvPr/>
        </p:nvSpPr>
        <p:spPr>
          <a:xfrm>
            <a:off x="4717143" y="0"/>
            <a:ext cx="4447252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4301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Validation, Error Handling &amp; Sample Output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41587"/>
            <a:ext cx="2290465" cy="1535385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5927" y="1902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2208907"/>
            <a:ext cx="19688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for empty fields, duplicate IDs, invalid email/phone/age, incorrect marks, and menu selections.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41587"/>
            <a:ext cx="2290539" cy="1535385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8151" y="1902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Resilience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2208907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JSON files are auto-created; exceptions handled to keep the app stable.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418731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5927" y="35795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Sample Output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3886051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 menus, student record displays, attendance percent (e.g., 100.0%), marks avg and grade (e.g., 88.0 → A), and leaderboard.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EC1E3B-B001-20D9-5B68-3A41B71C797D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7C348-B917-2744-5D08-57F07FCDB4BA}"/>
              </a:ext>
            </a:extLst>
          </p:cNvPr>
          <p:cNvSpPr/>
          <p:nvPr/>
        </p:nvSpPr>
        <p:spPr>
          <a:xfrm>
            <a:off x="0" y="0"/>
            <a:ext cx="3728219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527521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 &amp; Conclusion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694036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25119" y="2033885"/>
            <a:ext cx="2196554" cy="186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 with Tkinter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for admins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to Excel/PDF &amp; email alerts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DB or web app (Flask/Django) &amp; mobile support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model for advanced predictions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56090" y="1694036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6090" y="2033885"/>
            <a:ext cx="2196554" cy="126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demonstrated practical Python application development: modular code, JSON persistence, validation, analytics, and AI-driven study suggestions — strengthening real-world software skills.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25119" y="4092773"/>
            <a:ext cx="4722763" cy="523131"/>
          </a:xfrm>
          <a:prstGeom prst="roundRect">
            <a:avLst>
              <a:gd name="adj" fmla="val 3874"/>
            </a:avLst>
          </a:prstGeom>
          <a:solidFill>
            <a:srgbClr val="0D3E7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180" y="4281413"/>
            <a:ext cx="168846" cy="1350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4087" y="4255219"/>
            <a:ext cx="4605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saved locally in JSON; Goodbye message confirms persistence.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13846-1916-ED64-BE37-0D563F3B13B6}"/>
              </a:ext>
            </a:extLst>
          </p:cNvPr>
          <p:cNvSpPr/>
          <p:nvPr/>
        </p:nvSpPr>
        <p:spPr>
          <a:xfrm>
            <a:off x="7926438" y="4784774"/>
            <a:ext cx="1237957" cy="358726"/>
          </a:xfrm>
          <a:prstGeom prst="rect">
            <a:avLst/>
          </a:prstGeom>
          <a:solidFill>
            <a:srgbClr val="2625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620761-4F84-EBA7-ECEB-0048B3E6CD00}"/>
              </a:ext>
            </a:extLst>
          </p:cNvPr>
          <p:cNvSpPr/>
          <p:nvPr/>
        </p:nvSpPr>
        <p:spPr>
          <a:xfrm>
            <a:off x="0" y="0"/>
            <a:ext cx="3790058" cy="51435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481</Words>
  <Application>Microsoft Office PowerPoint</Application>
  <PresentationFormat>On-screen Show (16:9)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Roboto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Ardra Rajesh</cp:lastModifiedBy>
  <cp:revision>3</cp:revision>
  <dcterms:created xsi:type="dcterms:W3CDTF">2026-07-06T09:37:09Z</dcterms:created>
  <dcterms:modified xsi:type="dcterms:W3CDTF">2026-07-07T15:52:09Z</dcterms:modified>
</cp:coreProperties>
</file>