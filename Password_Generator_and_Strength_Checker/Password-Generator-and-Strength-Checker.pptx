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erriweather" panose="020F0502020204030204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030"/>
    <a:srgbClr val="1E2042"/>
    <a:srgbClr val="2E2C34"/>
    <a:srgbClr val="181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45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727225"/>
            <a:ext cx="4635252" cy="96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Password Generator &amp; Strength Checker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9874" y="2922687"/>
            <a:ext cx="4635252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Author: Ardra Rajesh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CODEVEDX Python Internship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Department: B.Tech CSE.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Date: 27 June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736625"/>
            <a:ext cx="4635252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968874" y="1450032"/>
            <a:ext cx="224045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32659" y="1613818"/>
            <a:ext cx="191288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Risk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32659" y="1947267"/>
            <a:ext cx="1912888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Weak passwords are a leading cause of breaches.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63593" y="1450032"/>
            <a:ext cx="2240533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7378" y="1613818"/>
            <a:ext cx="1912962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27378" y="1947267"/>
            <a:ext cx="1912962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cryptographically secure passwords and evaluate strength.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68874" y="3252341"/>
            <a:ext cx="4635252" cy="1154534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2659" y="3416126"/>
            <a:ext cx="4307681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32659" y="3749576"/>
            <a:ext cx="4307681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programming, modular design, regex, file handling.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D3D951-561A-0A17-C1EC-72EFCB32DD37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16818"/>
            <a:ext cx="8064252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407393"/>
            <a:ext cx="385614" cy="385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1985814"/>
            <a:ext cx="3935685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generation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39874" y="2319263"/>
            <a:ext cx="3935685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Python's secrets module for cryptographic randomness.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366" y="1407393"/>
            <a:ext cx="385614" cy="385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8366" y="1985814"/>
            <a:ext cx="393576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 analysis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668366" y="2319263"/>
            <a:ext cx="3935760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Score passwords by length, diversity, patterns, repeats, sequences.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3121298"/>
            <a:ext cx="385614" cy="385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874" y="3699718"/>
            <a:ext cx="3935685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Safe history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39874" y="4033168"/>
            <a:ext cx="3935685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 only metadata (timestamp, length, score, rating), never actual passwords.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8366" y="3121298"/>
            <a:ext cx="385614" cy="385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8366" y="3699718"/>
            <a:ext cx="393576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Developer growth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668366" y="4033168"/>
            <a:ext cx="3935760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Practice exception handling, JSON, input validation, modular code.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C4B0C4-B749-E6D1-A59B-97692D6B543B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13023"/>
            <a:ext cx="8064252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Features — Generation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958950"/>
            <a:ext cx="3421856" cy="19390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879" y="1499964"/>
            <a:ext cx="590550" cy="738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26236" y="1499964"/>
            <a:ext cx="1253207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 options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126236" y="2136130"/>
            <a:ext cx="1253207" cy="2220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length; include uppercase, lowercase, numbers, symbols; guarantee each chosen category appears.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1499964"/>
            <a:ext cx="590550" cy="7381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5607" y="1499964"/>
            <a:ext cx="1253207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Batch generation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7355607" y="2136130"/>
            <a:ext cx="1253207" cy="1233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up to 20 unique passwords at once; prevents duplicates.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A5238-46E8-3383-FC7D-32A26FA3051B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443285"/>
            <a:ext cx="4635252" cy="934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Features — Analysis &amp; Feedback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39874" y="1594470"/>
            <a:ext cx="336203" cy="336203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0812" y="1645816"/>
            <a:ext cx="415431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 metrics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020812" y="1966094"/>
            <a:ext cx="4154314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Length, character diversity, common weak lists, repeated chars, sequential patterns.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39874" y="2726234"/>
            <a:ext cx="336203" cy="336203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0812" y="2777579"/>
            <a:ext cx="415431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Scoring &amp; rating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0812" y="3097857"/>
            <a:ext cx="4154314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Numeric score and strength label, plus improvement suggestions and a visual progress bar.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9874" y="3857997"/>
            <a:ext cx="336203" cy="336203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812" y="3909343"/>
            <a:ext cx="415431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Privacy-first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20812" y="4229621"/>
            <a:ext cx="4154314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Only metadata saved (timestamp, length, score, rating). Passwords never stored.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5248"/>
            <a:ext cx="8064252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&amp; Modules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148507"/>
            <a:ext cx="331366" cy="3313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594" y="1148507"/>
            <a:ext cx="339670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13594" y="1469529"/>
            <a:ext cx="339670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 language; scripts run in console.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1894582"/>
            <a:ext cx="331366" cy="3313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3594" y="1894582"/>
            <a:ext cx="339670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JSON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13594" y="2215604"/>
            <a:ext cx="339670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Local storage for password metadata.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2640657"/>
            <a:ext cx="331366" cy="3313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3594" y="2640657"/>
            <a:ext cx="339670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VS Code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13594" y="2961680"/>
            <a:ext cx="339670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Editor used during development.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8464" y="1148507"/>
            <a:ext cx="331366" cy="3313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38464" y="1622227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secrets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738464" y="1943249"/>
            <a:ext cx="387042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Cryptographic randomness for passwords.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8464" y="2368302"/>
            <a:ext cx="331366" cy="3313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38464" y="2842022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738464" y="3163044"/>
            <a:ext cx="387042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Regex checks for patterns and strength analysis.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8464" y="3588097"/>
            <a:ext cx="331366" cy="3313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38464" y="4061817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datetime &amp; os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738464" y="4382839"/>
            <a:ext cx="387042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Timestamps and file management for history handling.</a:t>
            </a:r>
            <a:endParaRPr lang="en-US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3FE5C7-6480-183E-A37B-1A7730ED12DB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Workflow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55" y="742280"/>
            <a:ext cx="6230689" cy="4293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2736" y="3414014"/>
            <a:ext cx="1702662" cy="22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63647" y="1610929"/>
            <a:ext cx="1757977" cy="22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 Menu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43780" y="3942088"/>
            <a:ext cx="1702662" cy="22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55171" y="2085577"/>
            <a:ext cx="1702662" cy="22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Execute &amp; Store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874" y="5079429"/>
            <a:ext cx="8521452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menu-driven flow guides users through generation, analysis, history viewing, and exits while storing only metadata.</a:t>
            </a:r>
            <a:endParaRPr lang="en-US" sz="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A32C9C-973F-39EA-93AB-B8B1499A1E51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8688"/>
            <a:ext cx="8064252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Structure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418704"/>
            <a:ext cx="5126459" cy="29049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00452" y="1190402"/>
            <a:ext cx="2608362" cy="1041797"/>
          </a:xfrm>
          <a:prstGeom prst="roundRect">
            <a:avLst>
              <a:gd name="adj" fmla="val 5442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4415" y="1344364"/>
            <a:ext cx="2300436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password_generator.py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54415" y="1673275"/>
            <a:ext cx="230043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 script: UI, generation, strength checks, history handling.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00452" y="2350294"/>
            <a:ext cx="2608362" cy="1041797"/>
          </a:xfrm>
          <a:prstGeom prst="roundRect">
            <a:avLst>
              <a:gd name="adj" fmla="val 5442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4415" y="2504256"/>
            <a:ext cx="2300436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password_history.json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54415" y="2833167"/>
            <a:ext cx="230043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Stores metadata: timestamps, lengths, scores, ratings.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00452" y="3510186"/>
            <a:ext cx="2608362" cy="1041797"/>
          </a:xfrm>
          <a:prstGeom prst="roundRect">
            <a:avLst>
              <a:gd name="adj" fmla="val 5442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4415" y="3664148"/>
            <a:ext cx="2300436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54415" y="3993059"/>
            <a:ext cx="230043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notes and usage instructions.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FBF128-1EC0-1E87-77A6-B1CE865238A2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427583"/>
            <a:ext cx="4635252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Experience — Examples &amp; Error Handling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68874" y="1426964"/>
            <a:ext cx="14288" cy="3288878"/>
          </a:xfrm>
          <a:prstGeom prst="roundRect">
            <a:avLst>
              <a:gd name="adj" fmla="val 389710"/>
            </a:avLst>
          </a:prstGeom>
          <a:solidFill>
            <a:srgbClr val="194A99"/>
          </a:solidFill>
          <a:ln/>
        </p:spPr>
      </p:sp>
      <p:sp>
        <p:nvSpPr>
          <p:cNvPr id="5" name="Shape 2"/>
          <p:cNvSpPr/>
          <p:nvPr/>
        </p:nvSpPr>
        <p:spPr>
          <a:xfrm>
            <a:off x="3983162" y="1426964"/>
            <a:ext cx="4635252" cy="944389"/>
          </a:xfrm>
          <a:prstGeom prst="rect">
            <a:avLst/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5693" y="1564258"/>
            <a:ext cx="43654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Console samples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5693" y="1839664"/>
            <a:ext cx="436542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Menu options for single/multiple generation, strength check, history. Example outputs show scores and progress bar.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83162" y="2599209"/>
            <a:ext cx="4635252" cy="944389"/>
          </a:xfrm>
          <a:prstGeom prst="rect">
            <a:avLst/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5693" y="2736503"/>
            <a:ext cx="43654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5693" y="3011909"/>
            <a:ext cx="436542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Checks: empty input, invalid menu choices, invalid lengths, no categories selected, duplicate detection in batches.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83162" y="3771454"/>
            <a:ext cx="4635252" cy="944389"/>
          </a:xfrm>
          <a:prstGeom prst="rect">
            <a:avLst/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5693" y="3908747"/>
            <a:ext cx="43654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5693" y="4184154"/>
            <a:ext cx="436542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Auto-create missing JSON, handle corrupted files, and catch exceptions for safe UX.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2A33AC-F706-231E-7CCC-D3B6C0113C6A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0251"/>
            <a:ext cx="8064252" cy="33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Next Steps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39874" y="999381"/>
            <a:ext cx="433834" cy="905842"/>
          </a:xfrm>
          <a:prstGeom prst="roundRect">
            <a:avLst>
              <a:gd name="adj" fmla="val 360042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9908" y="1107802"/>
            <a:ext cx="2140446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Outcome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9908" y="1353443"/>
            <a:ext cx="2140446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Practical tool demonstrating secure password generation and strength analysis while preserving privacy.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9874" y="1981423"/>
            <a:ext cx="433834" cy="905842"/>
          </a:xfrm>
          <a:prstGeom prst="roundRect">
            <a:avLst>
              <a:gd name="adj" fmla="val 360042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9908" y="2089845"/>
            <a:ext cx="2140446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Skills gained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49908" y="2335485"/>
            <a:ext cx="2140446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Cryptography-aware coding, regex, JSON handling, input validation, exception management.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9874" y="2963466"/>
            <a:ext cx="433834" cy="1201415"/>
          </a:xfrm>
          <a:prstGeom prst="roundRect">
            <a:avLst>
              <a:gd name="adj" fmla="val 360042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9908" y="3071887"/>
            <a:ext cx="2140446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enhancements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9908" y="3317528"/>
            <a:ext cx="2140446" cy="73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GUI (Tkinter), encrypted exports, clipboard copy, passphrases, exclude similar chars, expiry reminders, cloud backup, ML risk prediction, multi-language support.</a:t>
            </a:r>
            <a:endParaRPr lang="en-US" sz="8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733" y="1123206"/>
            <a:ext cx="5149081" cy="29177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9874" y="4336479"/>
            <a:ext cx="8064252" cy="346770"/>
          </a:xfrm>
          <a:prstGeom prst="roundRect">
            <a:avLst>
              <a:gd name="adj" fmla="val 13138"/>
            </a:avLst>
          </a:prstGeom>
          <a:solidFill>
            <a:srgbClr val="00318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95" y="4477122"/>
            <a:ext cx="135582" cy="1084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2299" y="4439766"/>
            <a:ext cx="8060606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metadata stored securely; passwords never saved. Theme accents use #609DFF, #041938, #013180.</a:t>
            </a:r>
            <a:endParaRPr lang="en-US" sz="8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CBF281-62E5-C57F-CE18-85EC468DA218}"/>
              </a:ext>
            </a:extLst>
          </p:cNvPr>
          <p:cNvSpPr/>
          <p:nvPr/>
        </p:nvSpPr>
        <p:spPr>
          <a:xfrm>
            <a:off x="7934325" y="4796790"/>
            <a:ext cx="1177290" cy="3314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506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Ardra Rajesh</cp:lastModifiedBy>
  <cp:revision>2</cp:revision>
  <dcterms:created xsi:type="dcterms:W3CDTF">2026-07-07T03:18:27Z</dcterms:created>
  <dcterms:modified xsi:type="dcterms:W3CDTF">2026-07-07T03:22:38Z</dcterms:modified>
</cp:coreProperties>
</file>